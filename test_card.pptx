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88736" y="914400"/>
            <a:ext cx="54864" cy="2011680"/>
          </a:xfrm>
          <a:prstGeom prst="rect">
            <a:avLst/>
          </a:prstGeom>
          <a:solidFill>
            <a:srgbClr val="C9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1">
                <a:solidFill>
                  <a:srgbClr val="C93B2B"/>
                </a:solidFill>
                <a:latin typeface="Calibri"/>
              </a:defRPr>
            </a:pPr>
            <a:r>
              <a:t>حفظ وأرشفة</a:t>
            </a:r>
          </a:p>
          <a:p>
            <a:pPr algn="r" rtl="1">
              <a:spcBef>
                <a:spcPts val="3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تشتت المحتوى والمحاضرات</a:t>
            </a:r>
          </a:p>
          <a:p>
            <a:pPr algn="r" rtl="1">
              <a:spcBef>
                <a:spcPts val="6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المحاضرات والواجبات موزعة بين مجموعات الواتساب غير الرسمية والأوراق، مما يعرضها للضياع ويصعب أرشفتها.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